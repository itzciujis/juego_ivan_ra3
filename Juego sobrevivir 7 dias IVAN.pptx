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IBM Plex Sans"/>
      <p:regular r:id="rId11"/>
      <p:bold r:id="rId12"/>
      <p:italic r:id="rId13"/>
      <p:boldItalic r:id="rId14"/>
    </p:embeddedFont>
    <p:embeddedFont>
      <p:font typeface="Sora SemiBold"/>
      <p:regular r:id="rId15"/>
      <p:bold r:id="rId16"/>
    </p:embeddedFont>
    <p:embeddedFont>
      <p:font typeface="IBM Plex Sans Medium"/>
      <p:regular r:id="rId17"/>
      <p:bold r:id="rId18"/>
      <p:italic r:id="rId19"/>
      <p:boldItalic r:id="rId20"/>
    </p:embeddedFont>
    <p:embeddedFont>
      <p:font typeface="Sora Light"/>
      <p:regular r:id="rId21"/>
      <p:bold r:id="rId22"/>
    </p:embeddedFont>
    <p:embeddedFont>
      <p:font typeface="Sora ExtraLight"/>
      <p:regular r:id="rId23"/>
      <p:bold r:id="rId24"/>
    </p:embeddedFont>
    <p:embeddedFont>
      <p:font typeface="Sora"/>
      <p:regular r:id="rId25"/>
      <p:bold r:id="rId26"/>
    </p:embeddedFont>
    <p:embeddedFont>
      <p:font typeface="Sora Medium"/>
      <p:regular r:id="rId27"/>
      <p:bold r:id="rId28"/>
    </p:embeddedFont>
    <p:embeddedFont>
      <p:font typeface="IBM Plex Sans SemiBold"/>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SemiBold-italic.fntdata"/><Relationship Id="rId30" Type="http://schemas.openxmlformats.org/officeDocument/2006/relationships/font" Target="fonts/IBMPlexSansSemiBold-bold.fntdata"/><Relationship Id="rId32" Type="http://schemas.openxmlformats.org/officeDocument/2006/relationships/font" Target="fonts/IBMPlexSansSemiBold-boldItalic.fntdata"/><Relationship Id="rId20" Type="http://schemas.openxmlformats.org/officeDocument/2006/relationships/font" Target="fonts/IBMPlexSansMedium-boldItalic.fntdata"/><Relationship Id="rId22" Type="http://schemas.openxmlformats.org/officeDocument/2006/relationships/font" Target="fonts/SoraLight-bold.fntdata"/><Relationship Id="rId21" Type="http://schemas.openxmlformats.org/officeDocument/2006/relationships/font" Target="fonts/SoraLight-regular.fntdata"/><Relationship Id="rId24" Type="http://schemas.openxmlformats.org/officeDocument/2006/relationships/font" Target="fonts/SoraExtraLight-bold.fntdata"/><Relationship Id="rId23" Type="http://schemas.openxmlformats.org/officeDocument/2006/relationships/font" Target="fonts/SoraExtraLight-regular.fntdata"/><Relationship Id="rId26" Type="http://schemas.openxmlformats.org/officeDocument/2006/relationships/font" Target="fonts/Sora-bold.fntdata"/><Relationship Id="rId25" Type="http://schemas.openxmlformats.org/officeDocument/2006/relationships/font" Target="fonts/Sora-regular.fntdata"/><Relationship Id="rId28" Type="http://schemas.openxmlformats.org/officeDocument/2006/relationships/font" Target="fonts/SoraMedium-bold.fntdata"/><Relationship Id="rId27" Type="http://schemas.openxmlformats.org/officeDocument/2006/relationships/font" Target="fonts/SoraMedium-regular.fntdata"/><Relationship Id="rId29" Type="http://schemas.openxmlformats.org/officeDocument/2006/relationships/font" Target="fonts/IBMPlexSansSemiBold-regular.fntdata"/><Relationship Id="rId11" Type="http://schemas.openxmlformats.org/officeDocument/2006/relationships/font" Target="fonts/IBMPlexSans-regular.fntdata"/><Relationship Id="rId10" Type="http://schemas.openxmlformats.org/officeDocument/2006/relationships/slide" Target="slides/slide5.xml"/><Relationship Id="rId13" Type="http://schemas.openxmlformats.org/officeDocument/2006/relationships/font" Target="fonts/IBMPlexSans-italic.fntdata"/><Relationship Id="rId12" Type="http://schemas.openxmlformats.org/officeDocument/2006/relationships/font" Target="fonts/IBMPlexSans-bold.fntdata"/><Relationship Id="rId15" Type="http://schemas.openxmlformats.org/officeDocument/2006/relationships/font" Target="fonts/SoraSemiBold-regular.fntdata"/><Relationship Id="rId14" Type="http://schemas.openxmlformats.org/officeDocument/2006/relationships/font" Target="fonts/IBMPlexSans-boldItalic.fntdata"/><Relationship Id="rId17" Type="http://schemas.openxmlformats.org/officeDocument/2006/relationships/font" Target="fonts/IBMPlexSansMedium-regular.fntdata"/><Relationship Id="rId16" Type="http://schemas.openxmlformats.org/officeDocument/2006/relationships/font" Target="fonts/SoraSemiBold-bold.fntdata"/><Relationship Id="rId19" Type="http://schemas.openxmlformats.org/officeDocument/2006/relationships/font" Target="fonts/IBMPlexSansMedium-italic.fntdata"/><Relationship Id="rId18" Type="http://schemas.openxmlformats.org/officeDocument/2006/relationships/font" Target="fonts/IBMPlexSans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32a70a2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c32a70a2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c32a70a2c2_0_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c32a70a2c2_0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c32a70a2c2_0_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c32a70a2c2_0_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c32a70a2c2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c32a70a2c2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c32a70a2c2_0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c32a70a2c2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Daniel Ciurana</a:t>
            </a:r>
            <a:endParaRPr>
              <a:latin typeface="Sora"/>
              <a:ea typeface="Sora"/>
              <a:cs typeface="Sora"/>
              <a:sym typeface="Sora"/>
            </a:endParaRPr>
          </a:p>
          <a:p>
            <a:pPr indent="0" lvl="0" marL="0" rtl="0" algn="l">
              <a:lnSpc>
                <a:spcPct val="115000"/>
              </a:lnSpc>
              <a:spcBef>
                <a:spcPts val="0"/>
              </a:spcBef>
              <a:spcAft>
                <a:spcPts val="0"/>
              </a:spcAft>
              <a:buNone/>
            </a:pPr>
            <a:r>
              <a:t/>
            </a:r>
            <a:endParaRPr>
              <a:latin typeface="Sora"/>
              <a:ea typeface="Sora"/>
              <a:cs typeface="Sora"/>
              <a:sym typeface="Sora"/>
            </a:endParaRPr>
          </a:p>
        </p:txBody>
      </p:sp>
      <p:sp>
        <p:nvSpPr>
          <p:cNvPr id="889" name="Google Shape;889;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Juego sobrevivir 7 dias</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2"/>
          <p:cNvSpPr txBox="1"/>
          <p:nvPr>
            <p:ph type="title"/>
          </p:nvPr>
        </p:nvSpPr>
        <p:spPr>
          <a:xfrm>
            <a:off x="115025" y="69555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 QUE SE BASA EL JUEGO?</a:t>
            </a:r>
            <a:endParaRPr/>
          </a:p>
        </p:txBody>
      </p:sp>
      <p:sp>
        <p:nvSpPr>
          <p:cNvPr id="895" name="Google Shape;895;p52"/>
          <p:cNvSpPr txBox="1"/>
          <p:nvPr>
            <p:ph idx="1" type="subTitle"/>
          </p:nvPr>
        </p:nvSpPr>
        <p:spPr>
          <a:xfrm>
            <a:off x="115025" y="1741800"/>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lang="en"/>
              <a:t>El juego se basa en sobrevivir 7 dias controlando la comida, el agua y la vida de tu personaje donde has de evitar que cualquiera llegue a 0 para sobrevivir, a base de tomar decisiones las cuales pueden ayudarte a sobrevivir o a morir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3"/>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COMO SE ORGANIZA</a:t>
            </a:r>
            <a:endParaRPr/>
          </a:p>
        </p:txBody>
      </p:sp>
      <p:sp>
        <p:nvSpPr>
          <p:cNvPr id="901" name="Google Shape;901;p53"/>
          <p:cNvSpPr txBox="1"/>
          <p:nvPr>
            <p:ph idx="1" type="subTitle"/>
          </p:nvPr>
        </p:nvSpPr>
        <p:spPr>
          <a:xfrm>
            <a:off x="96025" y="2098100"/>
            <a:ext cx="3759600" cy="1659900"/>
          </a:xfrm>
          <a:prstGeom prst="rect">
            <a:avLst/>
          </a:prstGeom>
        </p:spPr>
        <p:txBody>
          <a:bodyPr anchorCtr="0" anchor="b" bIns="91425" lIns="91425" spcFirstLastPara="1" rIns="91425" wrap="square" tIns="91425">
            <a:noAutofit/>
          </a:bodyPr>
          <a:lstStyle/>
          <a:p>
            <a:pPr indent="0" lvl="0" marL="0" rtl="0" algn="l">
              <a:spcBef>
                <a:spcPts val="0"/>
              </a:spcBef>
              <a:spcAft>
                <a:spcPts val="1000"/>
              </a:spcAft>
              <a:buNone/>
            </a:pPr>
            <a:r>
              <a:rPr lang="en"/>
              <a:t>El juego se organiza con diferentes variables como podrian ser la de dias y las estadisticas de vida agua y comida. Tambien hay un booleano que controla todo el juego principal. He usado un random para que cada vez que escojes una accion salga un evento aleatorio el cual te puede perjudicar o favorecer. Luego tenemos el bucle principal el cual es el while que va volviendo a preguntar acciones todo el rato hasta acabar la partida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54"/>
          <p:cNvSpPr txBox="1"/>
          <p:nvPr>
            <p:ph idx="1" type="subTitle"/>
          </p:nvPr>
        </p:nvSpPr>
        <p:spPr>
          <a:xfrm>
            <a:off x="393125" y="1665450"/>
            <a:ext cx="1387800" cy="11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IBM Plex Sans Medium"/>
                <a:ea typeface="IBM Plex Sans Medium"/>
                <a:cs typeface="IBM Plex Sans Medium"/>
                <a:sym typeface="IBM Plex Sans Medium"/>
              </a:rPr>
              <a:t>Mostrar estado</a:t>
            </a:r>
            <a:endParaRPr>
              <a:latin typeface="IBM Plex Sans Medium"/>
              <a:ea typeface="IBM Plex Sans Medium"/>
              <a:cs typeface="IBM Plex Sans Medium"/>
              <a:sym typeface="IBM Plex Sans Medium"/>
            </a:endParaRPr>
          </a:p>
          <a:p>
            <a:pPr indent="0" lvl="0" marL="0" rtl="0" algn="l">
              <a:spcBef>
                <a:spcPts val="600"/>
              </a:spcBef>
              <a:spcAft>
                <a:spcPts val="0"/>
              </a:spcAft>
              <a:buNone/>
            </a:pPr>
            <a:r>
              <a:rPr lang="en" sz="1000"/>
              <a:t>Es el que muestra las estadisticas del jugador y el dia en el que te encuentras de esta manera:</a:t>
            </a:r>
            <a:endParaRPr sz="1000"/>
          </a:p>
          <a:p>
            <a:pPr indent="0" lvl="0" marL="0" rtl="0" algn="l">
              <a:spcBef>
                <a:spcPts val="600"/>
              </a:spcBef>
              <a:spcAft>
                <a:spcPts val="0"/>
              </a:spcAft>
              <a:buNone/>
            </a:pPr>
            <a:r>
              <a:rPr lang="en" sz="1000"/>
              <a:t>Día: 3</a:t>
            </a:r>
            <a:endParaRPr sz="1000"/>
          </a:p>
          <a:p>
            <a:pPr indent="0" lvl="0" marL="0" rtl="0" algn="l">
              <a:spcBef>
                <a:spcPts val="600"/>
              </a:spcBef>
              <a:spcAft>
                <a:spcPts val="0"/>
              </a:spcAft>
              <a:buNone/>
            </a:pPr>
            <a:r>
              <a:rPr lang="en" sz="1000"/>
              <a:t>Comida: 6</a:t>
            </a:r>
            <a:endParaRPr sz="1000"/>
          </a:p>
          <a:p>
            <a:pPr indent="0" lvl="0" marL="0" rtl="0" algn="l">
              <a:spcBef>
                <a:spcPts val="600"/>
              </a:spcBef>
              <a:spcAft>
                <a:spcPts val="0"/>
              </a:spcAft>
              <a:buNone/>
            </a:pPr>
            <a:r>
              <a:rPr lang="en" sz="1000"/>
              <a:t>Agua: 4</a:t>
            </a:r>
            <a:endParaRPr sz="1000"/>
          </a:p>
          <a:p>
            <a:pPr indent="0" lvl="0" marL="0" rtl="0" algn="l">
              <a:spcBef>
                <a:spcPts val="600"/>
              </a:spcBef>
              <a:spcAft>
                <a:spcPts val="0"/>
              </a:spcAft>
              <a:buNone/>
            </a:pPr>
            <a:r>
              <a:rPr lang="en" sz="1000"/>
              <a:t>Salud: 9</a:t>
            </a:r>
            <a:endParaRPr sz="1000"/>
          </a:p>
          <a:p>
            <a:pPr indent="0" lvl="0" marL="0" rtl="0" algn="l">
              <a:spcBef>
                <a:spcPts val="600"/>
              </a:spcBef>
              <a:spcAft>
                <a:spcPts val="600"/>
              </a:spcAft>
              <a:buNone/>
            </a:pPr>
            <a:r>
              <a:t/>
            </a:r>
            <a:endParaRPr sz="1000"/>
          </a:p>
        </p:txBody>
      </p:sp>
      <p:sp>
        <p:nvSpPr>
          <p:cNvPr id="907" name="Google Shape;907;p54"/>
          <p:cNvSpPr txBox="1"/>
          <p:nvPr>
            <p:ph idx="5" type="subTitle"/>
          </p:nvPr>
        </p:nvSpPr>
        <p:spPr>
          <a:xfrm>
            <a:off x="5107625" y="168180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IBM Plex Sans Medium"/>
                <a:ea typeface="IBM Plex Sans Medium"/>
                <a:cs typeface="IBM Plex Sans Medium"/>
                <a:sym typeface="IBM Plex Sans Medium"/>
              </a:rPr>
              <a:t>Comprobar estado</a:t>
            </a:r>
            <a:endParaRPr>
              <a:latin typeface="IBM Plex Sans Medium"/>
              <a:ea typeface="IBM Plex Sans Medium"/>
              <a:cs typeface="IBM Plex Sans Medium"/>
              <a:sym typeface="IBM Plex Sans Medium"/>
            </a:endParaRPr>
          </a:p>
          <a:p>
            <a:pPr indent="0" lvl="0" marL="0" rtl="0" algn="l">
              <a:spcBef>
                <a:spcPts val="600"/>
              </a:spcBef>
              <a:spcAft>
                <a:spcPts val="600"/>
              </a:spcAft>
              <a:buNone/>
            </a:pPr>
            <a:r>
              <a:rPr lang="en" sz="1000"/>
              <a:t>Es el que va comprobando que ninguna estadistica lleue a 0 o los dias lleguen a 7 una vez pase eso el juego acabara</a:t>
            </a:r>
            <a:endParaRPr sz="1000"/>
          </a:p>
        </p:txBody>
      </p:sp>
      <p:sp>
        <p:nvSpPr>
          <p:cNvPr id="908" name="Google Shape;908;p54"/>
          <p:cNvSpPr txBox="1"/>
          <p:nvPr>
            <p:ph idx="6" type="subTitle"/>
          </p:nvPr>
        </p:nvSpPr>
        <p:spPr>
          <a:xfrm>
            <a:off x="7063438" y="168180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ra Medium"/>
                <a:ea typeface="Sora Medium"/>
                <a:cs typeface="Sora Medium"/>
                <a:sym typeface="Sora Medium"/>
              </a:rPr>
              <a:t>Fin del juego</a:t>
            </a:r>
            <a:endParaRPr>
              <a:latin typeface="Sora Medium"/>
              <a:ea typeface="Sora Medium"/>
              <a:cs typeface="Sora Medium"/>
              <a:sym typeface="Sora Medium"/>
            </a:endParaRPr>
          </a:p>
          <a:p>
            <a:pPr indent="0" lvl="0" marL="0" rtl="0" algn="l">
              <a:spcBef>
                <a:spcPts val="0"/>
              </a:spcBef>
              <a:spcAft>
                <a:spcPts val="0"/>
              </a:spcAft>
              <a:buNone/>
            </a:pPr>
            <a:r>
              <a:t/>
            </a:r>
            <a:endParaRPr/>
          </a:p>
          <a:p>
            <a:pPr indent="0" lvl="0" marL="0" rtl="0" algn="l">
              <a:spcBef>
                <a:spcPts val="0"/>
              </a:spcBef>
              <a:spcAft>
                <a:spcPts val="0"/>
              </a:spcAft>
              <a:buNone/>
            </a:pPr>
            <a:r>
              <a:rPr lang="en" sz="1000"/>
              <a:t>Muestra un final segun como acabe el juego si habiendo sobrevivido o no </a:t>
            </a:r>
            <a:endParaRPr sz="1000"/>
          </a:p>
        </p:txBody>
      </p:sp>
      <p:sp>
        <p:nvSpPr>
          <p:cNvPr id="909" name="Google Shape;909;p54"/>
          <p:cNvSpPr txBox="1"/>
          <p:nvPr>
            <p:ph idx="3" type="subTitle"/>
          </p:nvPr>
        </p:nvSpPr>
        <p:spPr>
          <a:xfrm>
            <a:off x="1907125" y="1681800"/>
            <a:ext cx="1387800" cy="11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Medium"/>
                <a:ea typeface="Sora Medium"/>
                <a:cs typeface="Sora Medium"/>
                <a:sym typeface="Sora Medium"/>
              </a:rPr>
              <a:t>Elegir accion</a:t>
            </a:r>
            <a:endParaRPr>
              <a:latin typeface="Sora Medium"/>
              <a:ea typeface="Sora Medium"/>
              <a:cs typeface="Sora Medium"/>
              <a:sym typeface="Sora Medium"/>
            </a:endParaRPr>
          </a:p>
          <a:p>
            <a:pPr indent="0" lvl="0" marL="0" rtl="0" algn="l">
              <a:spcBef>
                <a:spcPts val="600"/>
              </a:spcBef>
              <a:spcAft>
                <a:spcPts val="0"/>
              </a:spcAft>
              <a:buNone/>
            </a:pPr>
            <a:r>
              <a:rPr lang="en" sz="1000"/>
              <a:t>Se trata en preguntar al jugador al empezar cada dia que va a hacer en el mismo con 4 posibles opciones:</a:t>
            </a:r>
            <a:endParaRPr sz="1000"/>
          </a:p>
          <a:p>
            <a:pPr indent="-292100" lvl="0" marL="457200" rtl="0" algn="l">
              <a:spcBef>
                <a:spcPts val="600"/>
              </a:spcBef>
              <a:spcAft>
                <a:spcPts val="0"/>
              </a:spcAft>
              <a:buSzPts val="1000"/>
              <a:buAutoNum type="arabicPeriod"/>
            </a:pPr>
            <a:r>
              <a:rPr lang="en" sz="1000"/>
              <a:t>Buscar comida</a:t>
            </a:r>
            <a:endParaRPr sz="1000"/>
          </a:p>
          <a:p>
            <a:pPr indent="-292100" lvl="0" marL="457200" rtl="0" algn="l">
              <a:spcBef>
                <a:spcPts val="0"/>
              </a:spcBef>
              <a:spcAft>
                <a:spcPts val="0"/>
              </a:spcAft>
              <a:buSzPts val="1000"/>
              <a:buAutoNum type="arabicPeriod"/>
            </a:pPr>
            <a:r>
              <a:rPr lang="en" sz="1000"/>
              <a:t>Buscar agua</a:t>
            </a:r>
            <a:endParaRPr sz="1000"/>
          </a:p>
          <a:p>
            <a:pPr indent="-292100" lvl="0" marL="457200" rtl="0" algn="l">
              <a:spcBef>
                <a:spcPts val="0"/>
              </a:spcBef>
              <a:spcAft>
                <a:spcPts val="0"/>
              </a:spcAft>
              <a:buSzPts val="1000"/>
              <a:buAutoNum type="arabicPeriod"/>
            </a:pPr>
            <a:r>
              <a:rPr lang="en" sz="1000"/>
              <a:t>Descansar</a:t>
            </a:r>
            <a:endParaRPr sz="1000"/>
          </a:p>
          <a:p>
            <a:pPr indent="-292100" lvl="0" marL="457200" rtl="0" algn="l">
              <a:spcBef>
                <a:spcPts val="0"/>
              </a:spcBef>
              <a:spcAft>
                <a:spcPts val="0"/>
              </a:spcAft>
              <a:buSzPts val="1000"/>
              <a:buAutoNum type="arabicPeriod"/>
            </a:pPr>
            <a:r>
              <a:rPr lang="en" sz="1000"/>
              <a:t>e</a:t>
            </a:r>
            <a:r>
              <a:rPr lang="en" sz="1000"/>
              <a:t>xplorar</a:t>
            </a:r>
            <a:endParaRPr sz="1000"/>
          </a:p>
          <a:p>
            <a:pPr indent="0" lvl="0" marL="457200" rtl="0" algn="l">
              <a:spcBef>
                <a:spcPts val="600"/>
              </a:spcBef>
              <a:spcAft>
                <a:spcPts val="600"/>
              </a:spcAft>
              <a:buNone/>
            </a:pPr>
            <a:r>
              <a:t/>
            </a:r>
            <a:endParaRPr sz="1000"/>
          </a:p>
        </p:txBody>
      </p:sp>
      <p:sp>
        <p:nvSpPr>
          <p:cNvPr id="910" name="Google Shape;910;p54"/>
          <p:cNvSpPr txBox="1"/>
          <p:nvPr>
            <p:ph idx="4" type="subTitle"/>
          </p:nvPr>
        </p:nvSpPr>
        <p:spPr>
          <a:xfrm>
            <a:off x="3410613" y="1665450"/>
            <a:ext cx="1387800" cy="119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ora Medium"/>
                <a:ea typeface="Sora Medium"/>
                <a:cs typeface="Sora Medium"/>
                <a:sym typeface="Sora Medium"/>
              </a:rPr>
              <a:t>Evento aleatorio</a:t>
            </a:r>
            <a:endParaRPr>
              <a:latin typeface="Sora Medium"/>
              <a:ea typeface="Sora Medium"/>
              <a:cs typeface="Sora Medium"/>
              <a:sym typeface="Sora Medium"/>
            </a:endParaRPr>
          </a:p>
          <a:p>
            <a:pPr indent="0" lvl="0" marL="0" rtl="0" algn="l">
              <a:spcBef>
                <a:spcPts val="600"/>
              </a:spcBef>
              <a:spcAft>
                <a:spcPts val="600"/>
              </a:spcAft>
              <a:buNone/>
            </a:pPr>
            <a:r>
              <a:rPr lang="en" sz="1000"/>
              <a:t>Cuando realizas una opcion hay varias posibilidades siendo la predeterminada que te suma las estadisticas o algun evento aleatorio que te puede ayudar o perjudicar</a:t>
            </a:r>
            <a:endParaRPr sz="1000"/>
          </a:p>
        </p:txBody>
      </p:sp>
      <p:sp>
        <p:nvSpPr>
          <p:cNvPr id="911" name="Google Shape;911;p54"/>
          <p:cNvSpPr txBox="1"/>
          <p:nvPr>
            <p:ph idx="2" type="title"/>
          </p:nvPr>
        </p:nvSpPr>
        <p:spPr>
          <a:xfrm>
            <a:off x="115025" y="502775"/>
            <a:ext cx="7304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EXPLICACION FUNCIONES</a:t>
            </a:r>
            <a:endParaRPr/>
          </a:p>
        </p:txBody>
      </p:sp>
      <p:sp>
        <p:nvSpPr>
          <p:cNvPr id="912" name="Google Shape;912;p54"/>
          <p:cNvSpPr/>
          <p:nvPr/>
        </p:nvSpPr>
        <p:spPr>
          <a:xfrm>
            <a:off x="115025" y="1632750"/>
            <a:ext cx="1669500" cy="3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3" name="Google Shape;913;p54"/>
          <p:cNvSpPr/>
          <p:nvPr/>
        </p:nvSpPr>
        <p:spPr>
          <a:xfrm>
            <a:off x="1900075" y="1649100"/>
            <a:ext cx="1395000" cy="3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4" name="Google Shape;914;p54"/>
          <p:cNvSpPr/>
          <p:nvPr/>
        </p:nvSpPr>
        <p:spPr>
          <a:xfrm>
            <a:off x="3407013" y="1632750"/>
            <a:ext cx="1395000" cy="32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5" name="Google Shape;915;p54"/>
          <p:cNvSpPr/>
          <p:nvPr/>
        </p:nvSpPr>
        <p:spPr>
          <a:xfrm>
            <a:off x="5104025" y="1649100"/>
            <a:ext cx="1395000" cy="3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6" name="Google Shape;916;p54"/>
          <p:cNvSpPr/>
          <p:nvPr/>
        </p:nvSpPr>
        <p:spPr>
          <a:xfrm>
            <a:off x="7059838" y="1649100"/>
            <a:ext cx="1395000" cy="32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55"/>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DEMOSTRACION DEL JUEGO Y COMO FUNCIONA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